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2588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Self-Healing Playwright Framework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265176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• Agent loop • LLM integration • Plug-and-play SDK • How to use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 Playwright Framework • Agentic Architecture • Plug-and-Play SDK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— what this framework does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vs pure AI — honest technical positioning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SDK, healing-service, agent pool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loop: observe → reason → act → reflect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adoption tiers (plug-and-play)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provider layer (mock, OpenAI, Anthropic)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and repository map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and environment variables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Step-by-step: how to use in your project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Governance, limitations, and roadmap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 tests fail when UI locators change — this framework auto-recovers by trying alternative locators.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as a plug-and-play npm package: ai-healing-sdk — any Playwright project can adopt it in minutes.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an agentic loop (observe, tool use, validate, reflect) — not a single-shot rule engine.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LLM (OpenAI / Anthropic) is optional via healing-service sidecar — API keys never in tests.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in-process path works without server or API key (heuristic agent tools).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Retail demo app validates login, cart, checkout, and admin flows with self-healing.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728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82803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Product: ai-healing-sdk • Reference app: this monorepo • Optional gateway: healing-service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Pure Agentic AI?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5394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loop with bounded iterations (default: 3)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use: search_dom, list_heuristic_candidates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Reflect: failed candidates excluded on retry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real LLM on healing-service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audit trail: agentTrace in API response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 — progressive enhancement by config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172200" y="10058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 NOT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72200" y="1353312"/>
            <a:ext cx="5394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always-on ChatGPT in every test run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autonomous test generation or assertion repair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vision/screenshot AI (v1 — DOM JSON only)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In-process SDK default = heuristic-agent-v1 (no API call)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LLM re-ranks heuristics — not model inference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locators still run first (by design)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label: Agentic architecture + optional LLM — not 100% LLM-driven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Maturity by Setup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runs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LLM?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SDK only + AUTO_HEAL_DISCOVER=1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In-process agent loop + heuristic tools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healing-service + HEALING_LLM_PROVIDER=mock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loop via HTTP + mock LLM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(simulated)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healing-service + openai + API key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llm-locator-agent + OpenAI API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healing-service + anthropic + API key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llm-locator-agent + Anthropic API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HEALING_AGENT_MODE=legacy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Old single-shot discoverer (no loop)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test code across all tiers — only environment changes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Healing Flow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78992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Playwright test calls healable.click() or clickHealing()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↓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Layer 1: Static LocatorStrategy[] (page object chains)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 Success → stop (fast path, $0 cost)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└─ All fail → agent loop (if healingEnabled)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↓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loop (up to 3 iterations):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OBSERVE  → DOM snapshot + failure hints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REASON   → tools + optional LLM propose locators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ACT      → validate each candidate (count + action retry)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REFLECT  → append failures, next iteration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↓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Success → history + optional persistence + HTML report attachment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Monorepo Architecture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Consumer-facing (plug-and-play)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5394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packages/ai-healing-sdk — npm package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enableHealing() + healable.click/fill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clickHealing / fillHealing (page objects)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loop: packages/ai-healing-sdk/src/agent/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examples/playwright-plug-and-play — external demo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172200" y="10058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(optional sidecar)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72200" y="1353312"/>
            <a:ext cx="5394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services/healing-service — POST /heal gateway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agents/locator-agent — rule-based tool agent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agents/llm-locator-agent — LLM proposals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packages/llm-provider — OpenAI, Anthropic, mock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Retail pages/ + tests/ — reference implementation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is the product; monorepo is reference + agent hosting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Loop (Core Behavior)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cap: HEALING_AGENT_MAX_ITERATIONS (default 3) — no infinite loops.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OBSERVE: buildHealingRequest() captures DOM snapshot, URL, action type, failure hints.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REASON: runAgentEngine() or runLlmLocatorAgent() invokes tools then proposes candidates.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ACT: SDK validates each candidate via locator.count() and retries the failed action.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REFLECT: priorValidationResults sent on next iteration — failed locators excluded.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COMMIT: recordHistoryOutcome(), optional persistGeneratedLocator(), attachHealingSummary().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728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82803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 in: agent-loop.ts • agent-engine.ts • llm-locator-agent.ts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Tools (Server &amp; In-Process)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list_heuristic_candidates — runs seed rules + DOM scan synthesis offline or in-browser.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search_dom — filters DOM snapshot by role, tag, text (intent from failure hints).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score_candidate — confidence scoring merges tool outputs.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Heuristic tools are deterministic — they feed context to LLM, not replace validation.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never executes arbitrary code — only returns structured Playwright locator JSON.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Rule-based locator-agent remains as ensemble backup when LLM is enabled.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Provider Layer (llm-provider)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5394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— CI-safe; re-ranks heuristic candidates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heuristic — skip LLM agent; locator-agent only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— gpt-4o-mini default, JSON response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— claude-3-5-haiku default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output: role + name or css only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172200" y="10058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env (keys here only)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72200" y="1353312"/>
            <a:ext cx="5394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HEALING_LLM_PROVIDER=mock|openai|anthropic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HEALING_LLM_API_KEY=...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HEALING_LLM_MODEL=... (optional)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HEALING_LLM_MAX_TOKENS=2000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HEALING_LLM_TIMEOUT_MS=30000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set API keys in Playwright test process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Package: packages/llm-provider — zero dependency on Playwright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Healing Path (with LLM)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78992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Playwright test (ai-healing-sdk)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↓  POST /heal + agentContext (iteration, prior failures)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healing-service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↓  routeHealingRequest()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llm-locator-agent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 tools: list_heuristic_candidates, search_dom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 LLM: proposeLocators() → JSON candidates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└─ fallback: locator-agent on error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↓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Merge candidates + agentTrace → HealingResponse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↓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SDK validates in browser → reflect loop if needed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Plug-and-Play: Three Adoption Tiers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 — SDK only: npm install ai-healing-sdk + enableHealing() + healable.* — no server.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 — Service rules: HEALING_SERVICE_URL + healing-service (HEALING_LLM_PROVIDER=heuristic).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— Service + LLM: same SDK code + openai/anthropic on service with API key.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principle: test code is identical across tiers — only environment variables change.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enhancement: start Tier 1, add service when you need remote or real LLM.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Anti-pattern: do not copy core/ or pages/ from monorepo into consumer projects.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728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82803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See: examples/playwright-plug-and-play/README.md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— Minimum Example (Tier 1)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 ai-healing-sdk @playwright/test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test: enableHealing(page, { healingEnabled: true, agentMode: "agentic" });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locator.click() with healable.click(locator) — same for fill.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Run: AUTO_HEAL_DISCOVER=1 npx playwright test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healing-service required. No API key. Uses in-process heuristic agent.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attachHealingSummary(testInfo, label, result) for HTML report evidence.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— With healing-service (Tier 2/3)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1: export HEALING_LLM_PROVIDER=mock (or openai + HEALING_LLM_API_KEY)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1: npm run healing-service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2: export HEALING_SERVICE_URL=http://localhost:3921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2: export AUTO_HEAL_DISCOVER=1 &amp;&amp; export HEALING_AGENT_MODE=agentic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2: npx playwright test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enableHealing + healable code as Tier 1 — no test changes for LLM upgrade.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Docs: docs/agentic-healing-setup.md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Object API (Strategy Chains)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teams with explicit fallback chains in page objects: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 strategies: LocatorStrategy[] = [{ name: "primary", resolve: (p) =&gt; p.getByRole(...) }];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 clickHealing(page, strategies, { autoHeal: { enabled: true, agentMode: "agentic" } });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strategies always run first — agent loop only after exhaustion.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HealingResult: usedStrategy, attempts[], autoHeal metadata.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by Nova Retail LoginPage, RetailJourneyPage, AdminInventoryPage.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Environment Variables</a:t>
            </a:r>
            <a:endParaRPr lang="en-US" sz="2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AUTO_HEAL_DISCOVER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Enable healing after static failure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HEALING_AGENT_MODE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agentic | legacy | off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HEALING_AGENT_MAX_ITERATIONS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Reflect loop cap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HEALING_SERVICE_URL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 to healing-service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HEALING_LLM_PROVIDER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mock | heuristic | openai | anthropic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HEALING_LLM_API_KEY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service only — not in tests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&amp; Observability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 HTML report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5394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attachHealingSummary() — usedStrategy, attempts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autoHeal block: candidates, scores, reasons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agent-trace when service returns agentTrace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toasts for stakeholder videos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172200" y="10058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healing-service telemetry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72200" y="1353312"/>
            <a:ext cx="5394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heal.request / heal.response events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agentTrace: model, tokens, toolCalls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HEALING_SERVICE_VERBOSE=1 for console logs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ingest: docs/dashboard-ingest.md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detail in Playwright • portfolio view in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Safety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Healing recovers locators — it does not fix wrong business assertions.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 static chains on critical production paths; agent heal as safety net.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discoverOnly: true in demos — no silent code rewrite without review.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Uniqueness gate: prefer candidates with count === 1 on page.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keys and DOM snapshots stay on service — redact passwords before prompts.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Budget: HEALING_LLM_MAX_TOKENS + iteration cap prevent runaway cost.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Commands &amp; Verification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build:healing-service — build SDK + agents + service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healing-service — start POST /heal gateway (port 3921)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test:llm-agent — unit tests for LLM provider + agent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test:plug-and-play — external consumer demo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test:healing-showcases — static, seed, DOM scan demos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deck:agentic — regenerate this PowerPoint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2F6F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agent — screenshot analysis for canvas/shadow DOM cases.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healing-service SaaS option for enterprise adopters.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publish ai-healing-sdk@2.x with migration guide.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harness: held-out failure DOM set for heal-rate KPIs.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 queue for LLM-persisted locators (optional PR bot).</a:t>
            </a:r>
            <a:endParaRPr lang="en-US" sz="1300" dirty="0"/>
          </a:p>
          <a:p>
            <a:pPr marL="342900" indent="-342900">
              <a:lnSpc>
                <a:spcPct val="116000"/>
              </a:lnSpc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widgets: agent heal rate, LLM cost per suite.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728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82803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PRD: docs/PRD-Agentic-AI-Conversion.md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Self-Healing Playwright Framework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C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Generate: npm run deck:agentic • Docs: docs/agentic-healing-setup.md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Self-Healing Playwright — Technical Presentation</dc:title>
  <dc:subject>PptxGenJS Presentation</dc:subject>
  <dc:creator>Quality Engineering</dc:creator>
  <cp:lastModifiedBy>Quality Engineering</cp:lastModifiedBy>
  <cp:revision>1</cp:revision>
  <dcterms:created xsi:type="dcterms:W3CDTF">2026-06-15T11:25:21Z</dcterms:created>
  <dcterms:modified xsi:type="dcterms:W3CDTF">2026-06-15T11:25:21Z</dcterms:modified>
</cp:coreProperties>
</file>