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Platform — Capability &amp; Walkthrough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platform can do • How to demo it live • Deep dive on Agentic healing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mmohansqaai/agentic-platform  •  Docs: UAT-Test-Plan-and-Usage.md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(Walkthrough Flow)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Platform at a glance (problem → solution → products)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Capability map (healing, multi-framework, autonomous, SaaS)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AGENTIC deep dive (separate section — spend most of the time here)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— Live walkthrough script (commands + what to show on screen)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— Architecture, packages, deployment modes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— Autonomous QA layer (goal-driven tests)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 — How to adopt, UAT checklist, talking points by role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0972800" cy="6400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talk time: 25–40 min  •  Agentic section alone: 10–15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pitch → problem → what we built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One-Sentence Pitch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UI locators break, this platform uses an AI agent to find the right element, validate it on the live page, and keep the test running — across Playwright, Cypress, and Selenium.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Optionally, you can also run goal-driven “autonomous” tests (e.g. “log in as test@demo.com”) that plan their own steps and reuse the same healing brain.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0972800" cy="6400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= flat-tyre fix  •  Autonomous = full driver  •  Same platform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Solve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healing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change → selector fails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fails in CI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finds new locator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update + re-run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of flaky-test toil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framework reinvents recovery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this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37160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change → selector fails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observes the live page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Proposes + validates new locators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often self-recovers in-run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shows what was healed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brain, many frameworks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less maintenance, faster feedback, productizable as SaaS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Products on One Platform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0292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uses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Self-Healing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Broken locator → agent finds new one → retry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team with UI tests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QA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NL / goal → agent plans steps + executes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Teams reducing test authoring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Healing-service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 cloud brain (POST /heal)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 / LLM / central policy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Nova Retail demo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e-commerce app + full suites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Demos, UAT, onboarding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00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sits on top of healing — it does not replace 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framework can do today — by layer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Matrix (Current)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182880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to demo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Playwright self-healing (local agent)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Shipped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test:plug-and-play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Playwright + healing-service / LLM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Shipped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healing-service + HEALING_SERVICE_URL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Cypress healing (local + remote)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Shipped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ai-healing-cypress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Selenium JS healing (local + remote)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Shipped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ai-healing-selenium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Selenium Java (HTTP client)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Shipped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ai-healing-java (remote today)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login / checkout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Shipped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nova -- test:autonomous-login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 + CI smoke + KPIs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Shipped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nova -- test:autonomous-ci-smoke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Maintenance / Jira / PR proposals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Shipped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MAINTENANCE_* flags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publish to registry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⏳ Deferred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UAT sign-off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Hosted SaaS production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⏳ Next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 healing-service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Groups (Talk Track)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Locator healing — recover broken selectors mid-test (core value).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Agentic loop — observe → tools → act → reflect (not a static fallback list).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Multi-framework — Playwright, Cypress, Selenium JS/Java share contracts.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Dual mode — local agent (no server) OR cloud healing-service (LLM).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Autonomous QA — goal-driven journeys that reuse healing.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Observability — Playwright report attachments + agentTrace.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Governance — domain allowlist, cost caps, secrets, maintenance tickets.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0972800" cy="6400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time is short: demo #1 + explain #2 in depth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— Deep Dive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“agentic” means here • The loop • Tools • Local vs cloud • Honest boundaries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“Agentic” Means in This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≠ “always call ChatGPT”.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= a bounded loop that observes the page, uses tools, tries actions, and learns from failures inside the same test run.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locators still run first (fast path, $0). The agent only starts after they fail.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iteration has a hard cap (default 3) — no infinite AI loops.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always happens on the live browser — the agent never “assumes” a locator works.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0972800" cy="6400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label: Agentic architecture + optional LLM — not 100% LLM-driven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vs Traditional Self-Healing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/ rule-based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ordered fallback list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A, then B, then C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list every time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 of failed tries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DOM reasoning mid-run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when UI structure shifts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(this platform)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37160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live DOM + URL + hints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propose candidates dynamically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each candidate on page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Reflect: exclude failed candidates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LLM escalation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Adapts to unexpected UI changes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 for AI / CTO audiences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Loop (Core Behavior)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789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OBSERVE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Capture URL, title, structured DOM snapshot, failure hints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REASON  (tool use)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list_heuristic_candidates  •  search_dom  •  optional LLM propose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ACT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Try each candidate on live browser (count / click / fill / visible)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4. REFLECT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Record failures → exclude bad candidates → next iteration (≤ N)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5. COMMIT (on success)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History + optional persistence + Playwright report attachment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ai-healing-agent + ai-healing-sdk agent-loop • Max iterations via HEALING_AGENT_MAX_ITERATIONS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Detail — OBSERVE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primary locator fails, the framework builds a HealingRequest.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Includes: action type (click/fill), original selector, page URL/title.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Includes: domSnapshot — inventory of interactive elements (not raw HTML dump).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Includes: failure hints / intent (e.g. “login”, “email”, “cart”).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Includes: priorValidationResults on iteration 2+ (what already failed).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give the agent enough context without sending passwords or full page HTML blindly.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0972800" cy="6400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lives in packages/ai-healing-core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Detail — REASON (Tools)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list_heuristic_candidates — seed rules + DOM-scan synthesis (works offline, no API key).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search_dom — filter snapshot by role, tag, text, intent hints.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 scoring — prefer unique, visible, actionable elements.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LLM (cloud path) — structured JSON locator proposals (role+name or CSS).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never executes code — it only suggests locators; browser validation is mandatory.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locator-agent remains as ensemble / fallback when LLM is 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0972800" cy="6400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tools = deterministic  •  LLM = optional intelligence escalation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Detail — ACT + REFLECT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ACT: each candidate is tried for real (count === 1 preferred, then perform action).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candidate fails → recorded in priorValidationResults.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REFLECT: next iteration excludes known-bad locators and may try new strategies.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stops on first successful action OR when iteration cap is hit.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all fail → test fails normally (healing does not hide broken assertions).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path can attach evidence to Playwright HTML report for auditors.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0972800" cy="6400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recovers locators — it does not invent business assertions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Maturity by Setup (Important for Walkthrough)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75488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runs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LLM?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SDK / adapter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In-process local agent + heuristic tools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healing-service + mock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agent loop + mock LLM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(simulated)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healing-service + openai/anthropic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llm-locator-agent + real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HEALING_AGENT_MODE=legacy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 single-shot discoverer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00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test code across tiers — only environment variables change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Agent vs Cloud Agent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(embedded)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Package: ai-healing-agent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server, no API key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CI, laptops, air-gap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tools + DOM scan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agentMode: local or auto (no URL)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predictable cost ($0)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(healing-service)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37160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Service: POST /heal on :3921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OpenAI / Anthropic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quality + metering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policy / SaaS path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HEALING_SERVICE_URL set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stay on service only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auto: use cloud if URL set, else local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Healing Path (What You Show Live)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789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 healable.click("#wrong-id")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locator FAILS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Healing ON? (AUTO_HEAL_DISCOVER / enableHealing)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No  → test fails (normal)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Yes → Agent loop starts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OBSERVE → REASON → ACT → REFLECT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Candidate works → CONTINUE TEST ✅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Report shows: strategy, attempts, autoHeal.usedAutoGenerated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tip: use headed mode so audience sees the retry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Agentic Is NOT (Set Expectations)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always-on ChatGPT inside every test.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autonomous bug fixing of product code.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assertion repair (“expect(total).toBe(99)” stays your responsibility).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vision/screenshot AI as the primary path (DOM-first today).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silent source-code rewrite without review (persistence is proposal/opt-in).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replacement for good primary locators — static strategies still win first.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0972800" cy="6400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slide — use early with technical audiences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Walkthrough Script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commands • What to say • What to show on screen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Prep (Before the Meeting)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or open: https://github.com/mmohansqaai/agentic-platform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&amp;&amp; npm run install:browsers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npm run build:healing-service (if you will demo cloud path)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two terminals ready (local path + service path).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docs/UAT-Test-Plan-and-Usage.md as backup checklist.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headed demos for stakeholders; CI mode for speed checks.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Sequence (Recommended 20–30 min)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50292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 / 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 (local)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run test:plug-and-play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Broken selector recovers without server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playwright-report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strategy / attempts / autoHeal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brain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run test:unit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contracts + agent logic green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agent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healing-service + HEALING_SERVICE_URL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tests, smarter remote brain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nova -- test:autonomous-login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Goal-driven test reuses healing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 — Plug-and-Play Healing (Local)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789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export AUTO_HEAL_DISCOVER=1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export HEALING_AGENT_MODE=agentic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npm run test:plug-and-play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Say: “This test intentionally uses a wrong selector.”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Show: browser retries after failure.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Say: “Local agent — no server, no API key.”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Then: open report → healing attachment.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to open if asked: examples/playwright-plug-and-play/tests/plug-and-play.spec.ts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 — Healing-Service (Cloud Path)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789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Terminal 1: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export HEALING_LLM_PROVIDER=mock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npm run healing-service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http://localhost:3921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Terminal 2: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curl http://localhost:3921/health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export HEALING_SERVICE_URL=http://localhost:3921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export AUTO_HEAL_DISCOVER=1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npm run test:plug-and-play:ci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Say: “Same test code — only env changed.”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to openai/anthropic later without rewriting tests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3 — Autonomous Login (Nova)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789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npm run install:nova-retail-qa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npm run nova -- test:autonomous-login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Say: “We did not hardcode every click.”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Say: “Agent plans steps from a goal; healing still helps if UI drifts.”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Optional add-on: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npm run nova -- test:autonomous-ci-smoke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= product layer on top of healing, not a separate product story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Talking Points (Cheat Sheet)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UI churn breaks selectors → expensive maintenance.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agentic healing loop recovers in-run.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Differentiation: tools + reflect + live validation — not a static fallback list.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Optionality: works offline; cloud/LLM is escalation, not lock-in.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Multi-framework: one brain, thin adapters.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Autonomous: goal-driven tests reuse the same healing spine.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UAT → npm publish → SaaS deploy.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Packages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brain • Many adapters • Optional cloud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Snapshot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789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Framework adapters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Playwright SDK  •  Cypress  •  Selenium JS  •  Selenium Java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↓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Shared spine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ai-healing-core (contracts / HealingDriver)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ai-healing-agent (local observe→act→reflect loop)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↓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Optional cloud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healing-service  →  locator-agent + llm-locator-agent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↓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Autonomous layer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autonomous-qa-sdk + autonomous-test-agent  (Nova demo)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Map (What to Mention)</a:t>
            </a:r>
            <a:endParaRPr lang="en-US" sz="2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 / path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packages/ai-healing-core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contracts + HealingDriver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packages/ai-healing-agent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agent loop (no server)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packages/ai-healing-sdk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Playwright plug-and-play SDK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packages/ai-healing-cypress / selenium / java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 adapters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packages/autonomous-qa-sdk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Goal-driven QA + maintenance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services/healing-service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 gateway POST /heal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agents/*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Locator + LLM + autonomous planner brains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examples/nova-retail-qa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app + full suites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examples/playwright-plug-and-play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 external-style demo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Multi-Framework Coverage</a:t>
            </a:r>
            <a:endParaRPr lang="en-US" sz="2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474720"/>
                <a:gridCol w="256032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agent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Playwright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ai-healing-sdk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Full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Cypress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ai-healing-cypress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Selenium 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ai-healing-selenium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Selenium Java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ai-healing-java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Remote today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00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local agent parity is on the roadmap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QA Layer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Goal-driven tests that reuse healing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QA — What It Adds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give a goal (natural language / structured intent), not every locator step.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chooses steps; executor runs them through healable actions.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locator breaks mid-journey, healing engages automatically.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/ replan handles assertion failures with bounded retries.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Governance: secrets, domain allowlist, cost caps, suite KPIs.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agent: repeated failures → tickets / locator patch proposals.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0972800" cy="6400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= recover element  •  Autonomous = drive the journey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Demo Commands</a:t>
            </a:r>
            <a:endParaRPr lang="en-US" sz="2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run nova -- test:autonomous-login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NL / goal login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run nova -- test:autonomous-checkout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Multi-step cart → checkout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run nova -- test:autonomous-ci-smoke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Governed CI-style suite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run nova -- test:healing-showcases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 showcases inside Nova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Adoption, UAT &amp; Close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teams start • Sign-off path • Role talking points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Tiers (Same Code, Different Env)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SDK only: enableHealing + healable.* + AUTO_HEAL_DISCOVER=1 (no server).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Add healing-service with mock/heuristic provider.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Turn on OpenAI/Anthropic on the service (keys never in test process).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Principle: progressive enhancement — start local, escalate when needed.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Anti-pattern: copying monorepo internals into consumer apps.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Environment Variables</a:t>
            </a:r>
            <a:endParaRPr lang="en-US" sz="2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20040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UAT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AUTO_HEAL_DISCOVER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 healing after primary fail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HEALING_AGENT_MODE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/ auto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loop vs legacy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HEALING_AGENT_MAX_ITERATIONS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Reflect loop cap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HEALING_SERVICE_URL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http://localhost:3921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to cloud agent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HEALING_LLM_PROVIDER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 | openai | anthropic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Path (After This Walkthrough)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— P0 smoke: unit + plug-and-play + autonomous login/ci-smoke.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Service integration: healing-service + phase2/phase3 + Nova with URL.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— Multi-framework builds + sign-off sheet.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Doc: docs/UAT-Test-Plan-and-Usage.md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UAT: npm publish + SaaS deploy (explicitly deferred today).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Talking Points by Role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/ Leadership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locator-maintenance toil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offline; cloud is upsell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adapters + shared brain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metering via POST /heal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governance + caps included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Director / Architects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37160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agent loop (tools + reflect)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optional escalation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validation always required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HealingRequest/Response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Eval-ready contracts for A/B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 &amp; Docs to Leave Behind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monorepo: https://github.com/mmohansqaai/agentic-platform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plan: docs/UAT-Test-Plan-and-Usage.md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brief: docs/CTO-AI-Director-Agentic-Healing-Brief.md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How-to: docs/How-To-Use-Agentic-Healing.md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docs/agentic-healing-setup.md</a:t>
            </a:r>
            <a:endParaRPr lang="en-US" sz="130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 this deck: npm run deck:capability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Ready for Live Walkthrough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with: AUTO_HEAL_DISCOVER=1 npm run test:plug-and-play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FC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Section 3 (Agentic)  •  Commands: Section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deck:capability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Platform — Capability &amp; Walkthrough Deck</dc:title>
  <dc:subject>PptxGenJS Presentation</dc:subject>
  <dc:creator>Quality Engineering</dc:creator>
  <cp:lastModifiedBy>Quality Engineering</cp:lastModifiedBy>
  <cp:revision>1</cp:revision>
  <dcterms:created xsi:type="dcterms:W3CDTF">2026-07-13T17:04:25Z</dcterms:created>
  <dcterms:modified xsi:type="dcterms:W3CDTF">2026-07-13T17:04:25Z</dcterms:modified>
</cp:coreProperties>
</file>