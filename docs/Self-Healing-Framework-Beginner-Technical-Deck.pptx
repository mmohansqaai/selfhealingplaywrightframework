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2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Self-Healing Playwright Framework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guide for beginners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3063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the ideas from zero: tests, locators, and resilient selectors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walkthrough • No prior Playwright experience required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3182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will learn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138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automated and end-to-end (E2E) tests are, in plain language.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Playwright drives a real browser to click and type like a user.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locator is, and why a single locator often breaks after UI changes.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this project adds “self-healing”: multiple locator strategies per action.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code lives (folders) and how to run tests and open reports.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3182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Manual vs automated testing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138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Manual: a human opens the app, clicks, and checks behavior each time.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Automated: a script repeats those steps quickly and consistently.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repo uses automated tests so every code change can be checked the same way.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3182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What is E2E (end-to-end) testing?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138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the full stack as a user sees it: browser → your app → (often) server/API.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from “unit tests” (one small function in isolation).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 answers: “Can a real user complete login, add to cart, checkout?”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3182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What is Playwright?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138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tool from Microsoft that controls Chromium, Firefox, or WebKit.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tests are TypeScript/JavaScript files that say: go to URL, click, fill, assert.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project uses @playwright/test — the test runner + assertions built in.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3182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What is a locator?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138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locator tells Playwright which element to use: e.g. “the Sign in button”.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 by visible text, by label (“Email”), by role (button, link), by CSS.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developer changes the label or HTML, one fragile locator can fail.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3182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Why do tests break after UI changes?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138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 pattern: one selector per button, e.g. only #login-btn.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refresh renames id → test fails even if the app still works.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spend time fixing tests instead of finding real product bugs.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3182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Self-healing in this framework (concept)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138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one selector, we define an ordered list of strategies.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 tries strategy A; if it fails, tries B, then C, until one works.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all fail, you get one clear error listing every attempt (easy to debug).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rule-based fallback — not machine learning — so behavior is predictable.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3182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Core building blocks in code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138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clickHealing(page, strategies) — click using the first strategy that succeeds.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fillHealing(page, strategies, text) — type into an input with fallbacks.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expectVisibleHealing(page, strategies) — wait until something is visible.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withHealingPage — generic: run any action with the same try-order logic.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3182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What a “strategy” looks like (idea)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138160" cy="3840480"/>
          </a:xfrm>
          <a:prstGeom prst="rect">
            <a:avLst/>
          </a:prstGeom>
          <a:solidFill>
            <a:srgbClr val="F7FAFC"/>
          </a:solidFill>
          <a:ln/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Each strategy has a name + how to find the element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name: "getByLabel-Email",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resolve: (page) =&gt; page.getByLabel(/email/i)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name: "input-type-email",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resolve: (page) =&gt; page.locator('input[type="email"]').first() },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3182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Reporting: what actually worked?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138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attachHealingSummary (in healing-reporter.ts) adds text to the HTML report.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see which strategy succeeded and which were skipped or failed.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Helps you remove dead strategies and add new ones after a redesign.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3182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Project folders (where to look)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138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 — self-healing helpers, types, reporter (reusable across apps).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pages/ — page objects: LoginPage, RetailJourneyPage… each defines strategies.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tests/ — spec files (*.spec.ts): login, checkout, admin, traceability.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playwright.config.ts — base URL, timeouts, reporters, browser project (Chromium).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3182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How to run tests (terminal)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138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install — install dependencies.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run install:browsers — download Playwright browser (e.g. Chromium).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test — run all tests headless (no visible window).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run test:headed — same, but you see the browser.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run test:traceability — only the Nova Retail traceability suite.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run report — open the last HTML report after a run.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3182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Fixtures (shared setup)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138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tests/fixtures.ts extends Playwright’s test with loginPage, retailJourney, etc.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can do: test("…", async ({ loginPage, page }) =&gt; { … })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objects encapsulate healing so specs stay readable.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3182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 Glossary (quick reference)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138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— a test file (*.spec.ts) containing one or more tests.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Assertion — expect(…).toBeVisible() checks something is true.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baseURL — default site under test (see playwright.config.ts, env BASE_URL).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— Continuous Integration; GitHub Actions can run npm test on every push.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3182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 Suggested learning path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138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core/self-healing.ts (short) to see the try-each-strategy loop.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pages/login.page.ts — real strategies for email, password, submit.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npm run test:headed tests/login.spec.ts — watch one test pass.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playwright-report after a run and find healing attachments.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explore tests/traceability/ for broader flows.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C52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You’re ready to explore the repo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with: README.md → core/self-healing.ts → pages/login.page.ts → npm run test:headed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Self-Healing Playwright — Beginner Technical Guide</dc:title>
  <dc:subject>PptxGenJS Presentation</dc:subject>
  <dc:creator>PptxGenJS</dc:creator>
  <cp:lastModifiedBy>PptxGenJS</cp:lastModifiedBy>
  <cp:revision>1</cp:revision>
  <dcterms:created xsi:type="dcterms:W3CDTF">2026-04-05T14:50:14Z</dcterms:created>
  <dcterms:modified xsi:type="dcterms:W3CDTF">2026-04-05T14:50:14Z</dcterms:modified>
</cp:coreProperties>
</file>