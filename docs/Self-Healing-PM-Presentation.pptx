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002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Playwright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for program managers: scope, outcomes, delivery status, and next steps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 Briefing • Nova Retail QA 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(2 lines)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Playwright-based automation layer that recovers from UI locator changes automatically, reducing false failures and maintenance churn.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with CI reporting and a real-time quality dashboard so leadership can track stability, pass/fail trends, and release confidence.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automation reliability when the application UI evolves (labels, selectors, layout).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customer-critical journeys continuously testable: login, product browse, cart, checkout, admin inventory.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transparent evidence of what failed and what was healed on each run.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faster release decisions with cleaner CI signals and observable quality metrics.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858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646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fewer flaky failures, faster triage, stronger trust in automation.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UI tests break on minor DOM changes, creating noise in CI and delaying releases.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spend significant effort rewriting locators instead of validating business behavior.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lacks consistent visibility into automation health across builds and environments.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 (Non-Technical)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UI action uses an ordered list of locator strategies (primary + fallbacks).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 predefined strategies fail, the engine discovers a semantic replacement from the live page.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records which strategy worked; reports show broken vs healed locator details.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showcase E2E demo uses on-screen toasts: intent → broken step → healing outcome.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In Scope vs Out of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Retail core user journeys (login, checkout, admin restock).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engine, page objects, HTML/JSON reporting.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 pipeline and artifact publishing.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ingest integration (metrics + HTML report zip).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demo test with guided toast narrative.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2200" y="1051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(Current Phase)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72200" y="141732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replacement of manual exploratory testing.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code commit of healed locators in production demo mode.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Multi-product rollout beyond configured base URL.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Performance/load testing and security penetration testing.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self-healing core (`core/self-healing.ts`, discovery, reporting).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objects with strategy chains for login, retail journey, and admin flows.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 suites (core + optional traceability matrix).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workflow: test execution, artifacts, dashboard publish, resilient retry handling.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PM/executive presentation assets (board, management, and PM decks).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&amp; Roles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Stakeholders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Program Management — release readiness decisions.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/ Automation Engineering — framework ownership and maintenance.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/ Platform — CI pipeline and hosting reliability.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— quality KPIs and investment prioritization.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2200" y="1051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Ownership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72200" y="141732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design &amp; test coverage: QA Engineering.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under test: Nova Retail product team.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execution: GitHub Actions (repo workflow).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API/UI: Real-Time Testing Dashboard (Render + Vercel).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Phases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Foundation: healing engine, login/checkout flows, local + CI execution.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Observability: HTML report attachments, dashboard ingest, artifact packaging.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Demonstration: single E2E showcase with executive toasts and healing proof.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Scale (planned): broader traceability adoption and cross-team rollout.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858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646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status: Phases 1–3 delivered; Phase 4 in planning.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 (What PMs Will See)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1 — Auto-heal intent: explains why resilience matters for release confidence.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2 — Broken step detected: shows the intentional broken locator and failure context.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3 — Healing details: shows healed locator/strategy and that the flow continued.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report attachment `auto-heal-live-proof` captures full attempt history.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858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646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test tag: @self-healing-showcase (single E2E in CI).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&amp; Reporting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KPIs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pass rate and failure trend by build.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auto-healed steps vs hard failures.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stability (false failure reduction over time).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diagnose locator-related issues.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2200" y="1051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Channels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72200" y="141732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HTML report (per-run evidence).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artifacts (report + videos/traces).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Testing Dashboard (suite, env, build, progress).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logs with payload summary and ingest diagnostics.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Risks, Issues &amp; Mitigations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Dashboard API cold starts / OOM on Render free tier → 502 and slow health checks.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API warm-up in CI, non-blocking ingest, readiness polling, consider paid tier/memory upgrade.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Large HTML report zip may stress API during ingest.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payload-only fallback option, zip size limits, and staged ingest retries.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Over-reliance on auto-heal may hide true product defects.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transparent attempt logs, governance review of healed locators, periodic selector hardening.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&amp; Assumptions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Retail app availability at configured BASE_URL.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secret `DASHBOARD_INGEST_TOKEN` for dashboard publishing.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API service health for dashboard data persistence.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browser install in CI runners (Chromium with OS deps).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Assumption: UI changes are incremental; healing covers locator drift, not broken business logic.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(Next 90 Days)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 dashboard API hosting (memory tier, keep-warm health pings).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self-healing coverage to additional high-value modules.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leadership dashboard widgets for healed-vs-broken ratio.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governance checkpoint: monthly review of recurring auto-heal events.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enable controlled persistence of high-confidence healed locators.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 from Program Leadership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framework as standard pattern for UI automation resilience.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dashboard/API infrastructure upgrade to remove cold-start instability.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next modules for Phase 4 rollout (cart, checkout extensions, admin).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on quality KPI targets for quarterly reporting.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858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646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endorse scale-up as a program capability, not a one-off pilot.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Playwright Framework • PM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latest deck: npm run deck:pm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Self-Healing Playwright Framework — PM Presentation</dc:title>
  <dc:subject>PptxGenJS Presentation</dc:subject>
  <dc:creator>Quality Engineering Program</dc:creator>
  <cp:lastModifiedBy>Quality Engineering Program</cp:lastModifiedBy>
  <cp:revision>1</cp:revision>
  <dcterms:created xsi:type="dcterms:W3CDTF">2026-05-15T12:18:04Z</dcterms:created>
  <dcterms:modified xsi:type="dcterms:W3CDTF">2026-05-15T12:18:04Z</dcterms:modified>
</cp:coreProperties>
</file>