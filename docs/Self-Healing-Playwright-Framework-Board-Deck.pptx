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business outcome: less brittle automation, clearer failure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UI tests • Faster feedback • Lower maintenance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/ Board 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Playwright-based test automation with multi-strategy “self-healing” locators.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UI changes slightly (labels, roles, structure), tests try ordered fallback selectors before failing.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attempts are recorded in HTML reports for transparency and tuning.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Retail demo app: ~80+ executable traceability scenarios with shared healing utilities.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CI-ready: headless Chromium, retries, HTML + JSON reporters, GitHub Actions.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E2E tests break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brittle selector per action (one DOM change → red build).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 to maintain selectors across releases and A/B tests.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often obscure whether the bug is product vs. test.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takeaway: we are investing in durability, not only coverage.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“self-healing” means 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list of locator strategies per action (e.g. role → placeholder → CSS).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strategy that succeeds wins; result includes which strategy was used.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strategies fail, error summarizes every attempt (debuggable).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ML-based: predictable, auditable, suitable for regulated contexts.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(high level)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core/self-healing — clickHealing, fillHealing, expectVisibleHealing, withHealingPage.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core/healing-types — LocatorStrategy, HealingResult, per-strategy attempts.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core/healing-reporter — attachHealingSummary → artifacts in Playwright HTML report.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 — LoginPage, RetailJourneyPage, AdminInventoryPage with strategy chains.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tests/traceability — Nova Retail journeys using shared strategies.ts fallbacks.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governance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healing action can attach “Used strategy: X” plus pass/fail per strategy.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see whether a test passed on primary vs. fallback selector.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data-driven cleanup: retire dead strategies, add new ones after refactors.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scope (example)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login, products, cart, checkout, admin flows (existing specs).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Traceability: site access, search/PLP, PDP, cart, checkout, responsive, a11y/perf, security/SEO.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base URL (e.g. staging) via BASE_URL / playwright.config.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quality gates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Playwright: parallel execution, trace/screenshot/video on retry.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Reporters: list, HTML, JSON (integration-friendly).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workflow for automated runs on push/PR.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system Chrome for local runs (PW_USE_SYSTEM_CHROME).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mean time to repair for automation after UI tweaks.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false negatives; clearer attribution (product vs. selector).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release confidence when paired with staging and PR checks.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pattern for additional apps: same core, new page strategies.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Firefox/WebKit projects for cross-browser governance where required.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axe-core for accessibility gates; CDP for network-fault scenarios.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consume JSON results for trend charts (script hooks already present).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squads on strategy ordering conventions and report review.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 •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Playwright Automation Framework</dc:title>
  <dc:subject>Board overview</dc:subject>
  <dc:creator>Engineering</dc:creator>
  <cp:lastModifiedBy>Engineering</cp:lastModifiedBy>
  <cp:revision>1</cp:revision>
  <dcterms:created xsi:type="dcterms:W3CDTF">2026-04-05T14:41:00Z</dcterms:created>
  <dcterms:modified xsi:type="dcterms:W3CDTF">2026-04-05T14:41:00Z</dcterms:modified>
</cp:coreProperties>
</file>