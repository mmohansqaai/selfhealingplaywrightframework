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11247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Self-Healing in Our Playwright Framework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30632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Step-by-step walkthrough with real code snippets for management presentation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38912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1) The business problem we solved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0972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 automation fails when small UI changes happen (label/text/id changes).</a:t>
            </a:r>
            <a:endParaRPr lang="en-US" sz="14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creates false alarms, slows release confidence, and increases maintenance cost.</a:t>
            </a:r>
            <a:endParaRPr lang="en-US" sz="14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framework adds “self-healing” to make tests resilient while keeping failures transparent.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38912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2) Step-by-step self-healing flow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0972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Define ordered locator strategies for each element (stable to fallback).</a:t>
            </a:r>
            <a:endParaRPr lang="en-US" sz="14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Run action through a healing wrapper (click/fill/visible).</a:t>
            </a:r>
            <a:endParaRPr lang="en-US" sz="14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First successful strategy is used; attempts are recorded.</a:t>
            </a:r>
            <a:endParaRPr lang="en-US" sz="14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 Attach strategy evidence into the Playwright HTML report.</a:t>
            </a:r>
            <a:endParaRPr lang="en-US" sz="14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5: Use reports in CI to spot drift and tune selectors proactively.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38912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3) Core engine: tries each strategy until success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0972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central healing loop in `core/self-healing.ts`.</a:t>
            </a:r>
            <a:endParaRPr lang="en-US" sz="14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all strategies fail, it throws a single actionable summary with attempt details.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4688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snippet — `withHealingPage()`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788920"/>
            <a:ext cx="10972800" cy="3566160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(const s of strategies)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locator = s.resolve(page);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try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value = await action(locator);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attempts.push({ strategy: s.name, ok: true });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 value, usedStrategy: s.name, attempts };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catch (e)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lastError = e;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recordFailure(attempts, s.name, e);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throw new Error(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`Self-healing exhausted ${strategies.length} strategies.\n${summary}`,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cause: lastError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38912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4) Real example: login page strategy chain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0972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“Email” field is defined with multiple selectors.</a:t>
            </a:r>
            <a:endParaRPr lang="en-US" sz="14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strategy uses semantic label; fallbacks handle markup drift.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4688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snippet — `pages/login.page.ts` email strategies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788920"/>
            <a:ext cx="10972800" cy="3566160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emailStrategies(): LocatorStrategy[]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[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name: 'getByLabel-Email', resolve: (p) =&gt; p.getByLabel(/email/i) 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name: 'placeholder-email',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resolve: (p) =&gt;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p.locator('input[type="email"], input[name*="email" i], input[id*="email" i]').first(),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name: 'role-textbox-first', resolve: (p) =&gt; p.getByRole('textbox').first() 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38912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5) How wrappers are used in page objects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0972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flows remain readable; healing complexity stays in one place.</a:t>
            </a:r>
            <a:endParaRPr lang="en-US" sz="14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action returns metadata (`usedStrategy`, attempts).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4231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snippet — wrapper usage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10972800" cy="2194560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fillEmail(value: string): Promise&lt;HealingResult&lt;void&gt;&gt;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fillHealing(this.page, this.emailStrategies(), value);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submit(): Promise&lt;HealingResult&lt;void&gt;&gt;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clickHealing(this.page, this.submitStrategies());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38912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6) Evidence capture: healing summary in report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0972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attach strategy metadata directly to test artifacts.</a:t>
            </a:r>
            <a:endParaRPr lang="en-US" sz="14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can audit “why test passed” (primary or fallback strategy).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4688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snippet — `core/healing-reporter.ts`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788920"/>
            <a:ext cx="10972800" cy="3566160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lines = [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`Used strategy: ${result.usedStrategy}`,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'',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'Attempts:',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...result.attempts.map((a) =&gt;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`${a.ok ? '✓' : '✗'} ${a.strategy}${a.error ? ` — ${a.error}` : ''}`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testInfo.attach('&lt;label&gt;-healing',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body: lines.join('\n'),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contentType: 'text/plain',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38912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7) Test usage: where summaries are attached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0972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how production tests capture the healing evidence at run time.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4688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snippet — `tests/login.spec.ts`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788920"/>
            <a:ext cx="10972800" cy="3566160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loaded = await login.expectLoaded();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attachHealingSummary(testInfo, 'page-loaded', loaded);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{ email, password, submit } = await login.loginAsCustomer();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attachHealingSummary(testInfo, 'email', email);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attachHealingSummary(testInfo, 'password', password);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attachHealingSummary(testInfo, 'submit', submit);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38912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8) CI and governance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0972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runs on GitHub Actions with HTML + JSON reporting.</a:t>
            </a:r>
            <a:endParaRPr lang="en-US" sz="14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ingestion now posts metrics + zipped HTML report using multipart curl.</a:t>
            </a:r>
            <a:endParaRPr lang="en-US" sz="14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creates traceability from pipeline status to human-readable proof.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38912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9) Management view: measurable value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0972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maintenance overhead when UI refactors happen.</a:t>
            </a:r>
            <a:endParaRPr lang="en-US" sz="14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false negatives improves trust in automation.</a:t>
            </a:r>
            <a:endParaRPr lang="en-US" sz="14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diagnosis with strategy-level logs and report attachments.</a:t>
            </a:r>
            <a:endParaRPr lang="en-US" sz="14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architecture across modules (login, retail journey, admin inventory).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10972800" cy="1325880"/>
          </a:xfrm>
          <a:prstGeom prst="roundRect">
            <a:avLst/>
          </a:prstGeom>
          <a:solidFill>
            <a:srgbClr val="EDF2F7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347472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message: We are not just adding tests; we are adding resilience + observability to automation.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38912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10) Suggested talk track (5–7 minutes)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0972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Minute 1: Explain brittle automation problem in business terms.</a:t>
            </a:r>
            <a:endParaRPr lang="en-US" sz="14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Minute 2–3: Walk through strategy chain and healing loop code.</a:t>
            </a:r>
            <a:endParaRPr lang="en-US" sz="14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Minute 4: Show report attachment proving selected strategy.</a:t>
            </a:r>
            <a:endParaRPr lang="en-US" sz="14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Minute 5: Connect to CI visibility and release confidence.</a:t>
            </a:r>
            <a:endParaRPr lang="en-US" sz="14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Close: Ask for support to standardize this pattern across squads.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920240"/>
            <a:ext cx="11155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301752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Self-Healing Playwright Framework • Stepwise walkthrough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Self-Healing Framework — Stepwise Management Deck</dc:title>
  <dc:subject>PptxGenJS Presentation</dc:subject>
  <dc:creator>PptxGenJS</dc:creator>
  <cp:lastModifiedBy>PptxGenJS</cp:lastModifiedBy>
  <cp:revision>1</cp:revision>
  <dcterms:created xsi:type="dcterms:W3CDTF">2026-04-09T11:15:18Z</dcterms:created>
  <dcterms:modified xsi:type="dcterms:W3CDTF">2026-04-09T11:15:18Z</dcterms:modified>
</cp:coreProperties>
</file>