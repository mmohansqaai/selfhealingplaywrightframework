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Playwright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• Architecture • Three healing strategies • Real-Time Testing Dashboard integration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Retail • Self-Healing Playwright Framework • Technical Briefing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and runtime environment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architecture and design principles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Strategy 1: Static ordered fallbacks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Strategy 2: Seed-rule discovery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Strategy 3: DOM scan discovery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strategies compose in the engine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CI, Playwright reporting, and dashboard ingest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avoiding false positives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demos and how to run them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&amp; Automation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under test: Nova Retail (Vercel-hosted SPA)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BASE_URL: retail-website-fawn.vercel.app (configurable)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Test ^1.51 + TypeScript ^5.7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Browser: Chromium (CI installs with OS deps)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 Model for login, retail journey, admin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Observability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control &amp; CI: GitHub Actions (ubuntu-latest)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Reporters: list + HTML + JSON (results.json)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Artifacts: HTML report, videos, traces (zipped for upload)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API: Render (realtime-testing-dashboard-api)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UI: Vercel (companion front-end)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20+ • npm ci • Playwright config in playwright.config.ts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(specs) call Page Objects → Page Objects call healing helpers (clickHealing, fillHealing).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engine (withHealingPage) tries static strategies, then optional auto-discovery.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layer is pluggable: seed rules + DOM scan, composed and de-duplicated by score.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attach to Playwright HTML report; JSON report feeds the Real-Time Testing Dashboard.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728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Separation: test intent in specs, locators in page objects, healing policy in core/.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 (One UI Action)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 spec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 object (e.g. RetailJourneyPage.addFirstProductToCart)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clickHealing / fillHealing / expectVisibleHealing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withHealingPage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Try Strategy 1: static LocatorStrategy[] in order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If all fail &amp; autoHeal enabled: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│     composeDiscoveryStrategies([seed, dom-scan])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│     score + validate count() on live page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Return HealingResult (usedStrategy, attempts, autoHeal metadata)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attachHealingSummary / attachLiveAutoHealProof → HTML report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CI: results.json → payload.json + report.zip → Dashboard API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Design Principles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fallbacks first — predictable, reviewable, fast (human-authored locators).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Auto-discovery second — only after static exhaustion; never replaces assertions.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discovery strategies — seed and dom-scan are separate modules under core/discovery/.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evidence — every attempt logged; winning strategy visible in report and dashboard test name.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discoverOnly by default in demos — healed locators are not auto-committed without governance.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Structure (core/)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core/self-healing.ts — engine: withHealingPage, clickHealing, fillHealing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core/healing-types.ts — LocatorStrategy, HealingResult, GeneratedLocatorCandidate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core/locator-query.ts — resolve queries to Playwright locators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core/discovery/seed-discovery.ts — Strategy 2 (hint-based seeds)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core/discovery/dom-scan-discovery.ts — Strategy 3 (page inventory)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core/discovery/compose-discoverers.ts — merge strategies, env configuration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core/healing-reporter.ts — HTML report attachments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core/auto-heal-persistence.ts — optional write-back to page objects (governed)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1 — Static Healing (Ordered Fallbacks)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predefined LocatorStrategy chain per element in page objects.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getByLabel(Email) → input[type=email] → getByRole(textbox).first()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Execution: try strategy 1; on failure try 2, then 3; stop on first success.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autoHeal.enabled: false — no automatic discovery (pure static).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Showcase: @static-healing-showcase — broken decoy + static chain on Products page.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stable screens, CI regression, critical flows where guessing is unacceptable.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728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badge in demo: STATIC HEALING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2 — Seed-Rule Discovery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after all static strategies fail (autoHeal.enabled: true).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failure hints from attempt names/errors: email, password, add to cart, checkout, pay.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candidate locators (role + name, targeted CSS) and validates with locator.count().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Scores: baseScore + uniqueness (count===1) + history from .self-healing-history.json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Showcase: @auto-heal-discovery-showcase — discoveryStrategies: [seed] only.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targeted — does not walk the entire DOM.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728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badge: DYNAMIC HEALING (SEED RULES)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3 — DOM Scan Discovery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In-browser inventory of visible controls (buttons, inputs, headings) — up to 80 elements.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locators from testid, id, role+accessible name, name/placeholder attributes.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boost when labels match failure hints (e.g. Add to cart).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validation: count(), uniqueness bonus, history; candidates named domscan-*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Showcase: @dom-scan-healing-showcase — discoveryStrategies: [dom-scan] only.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when: UI refactored, hints weak, seed rules insufficient.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728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badge: DOM SCAN HEALING (FULL PAGE INVENTORY)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Three Strategies Interact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order (always)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Static chain (page object) — always runs first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Seed discovery — if autoHeal on &amp; configured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DOM scan — if enabled (default with seed)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 keeps highest score per unique query key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test: autoHeal.discoveryStrategies: [seed] | [dom-scan] | [seed, dom-scan]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AUTO_HEAL_STRATEGIES=seed,dom-scan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AUTO_HEAL_DOM_SCAN=0 → seed only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AUTO_HEAL_DISCOVER=1 → enable auto-heal globally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showcases run one strategy each for clear demos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production auto-heal: seed + dom-scan unless DOM scan disabled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 Pattern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LoginPage, RetailJourneyPage, AdminInventoryPage encapsulate strategy methods.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action returns HealingResult&lt;T&gt; — usedStrategy + attempts for reporting.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metadata (filePath, methodName, actionKey) enables optional persistence target.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methods chain steps: login → products → cart → checkout → confirm.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stay readable; healing complexity hidden behind PO methods.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Tests (Beyond Login)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showcases: silent customer login, then demo on /app/products with on-screen toasts.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@static-healing-showcase — broken data-demo-static-miss-add + static chain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@auto-heal-discovery-showcase — broken data-demo-miss-add + seed only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@dom-scan-healing-showcase — broken data-demo-domscan-miss-add + DOM scan only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test:healing-showcases — runs all three in CI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Headed video: npm run test:dom-scan-healing-showcase -- --headed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 (GitHub Actions)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ci → playwright install chromium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Grep: @static-healing-showcase | @auto-heal-discovery-showcase | @dom-scan-healing-showcase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video: on • json → playwright-report/results.json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HTML report + zipped test-results artifacts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publish (always step)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Render API: GET /api/health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build-dashboard-payload.mjs → payload.json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 playwright-report → report.zip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/api/ingest/github-actions/run-with-report (multipart)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Header: X-Ingest-Token (GitHub secret)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Non-blocking: ingest failure does not fail CI job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Ingest Data 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Playwright run completes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playwright-report/results.json  +  index.html (+ traces in zip)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scripts/build-dashboard-payload.mjs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{ suite_name, environment, build_version, test_cases[]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curl multipart POST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• payload=@payload.json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• report_zip=@report.zip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Dashboard API stores run + optional embedded HTML report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/api/summary → latest_runs (pass/fail, duration, has_html_report_zip)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Dashboard Shows vs Playwright Report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Testing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name: SelfHealing Playwright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Environment: CI • Build: git SHA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Per-test: name, module, PASSED/FAILED/SKIPPED, duration_ms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across builds for leadership / QA metrics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HTML report when zip ingest succeeds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HTML Report (detail)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trace, video, screenshots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Attachments: *-healing text (usedStrategy, all attempts)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auto-heal-live-proof for showcase tests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Auto-heal candidates, scores, reasons, query JSON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engineers debugging which locator healed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= portfolio view • Playwright = forensic view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Metadata in Reports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formatHealingBody(): Used strategy, ✓/✗ per attempt, autoHeal block.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usedAutoGenerated, selectedCandidate (strategyName, score, reason).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top candidates with query type (role/css) for audit.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persisted= path when AUTO_HEAL_PERSIST enabled and confidence threshold met.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toasts on page mirror report narrative for stakeholder videos.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— Reducing False Positives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 is not a substitute for assertions — tests still expect URL, headings, order confirmed.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static chains on critical paths; auto-heal as safety net in staging.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discoverOnly in showcases — no silent code changes during demos.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 gate: candidates need count &gt;= 1; prefer count === 1 for higher score.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post-action healVerify, ambiguity rejection, scoped DOM scan to main content.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review of tests that frequently use autogenerated strategies.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Which Strategy (Decision Guide)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only — production CI smoke, compliance flows, known stable UI.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+ seed — label/role drift on familiar pages (login, cart, checkout).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+ seed + DOM scan — staging/nightly, refactored UI, exploratory coverage.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scan only (demo) — prove full-page inventory path in isolation.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AUTO_HEAL_DOM_SCAN=0 in CI if scan time or ambiguity risk is a concern.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&amp; Environment Variables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test:healing-showcases — all three strategy demos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test:static-healing-showcase | test:auto-heal-discovery-showcase | test:dom-scan-healing-showcase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deck:technical — regenerate this PowerPoint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AUTO_HEAL_DISCOVER=1 • AUTO_HEAL_DOM_SCAN=0|1 • AUTO_HEAL_STRATEGIES=seed,dom-scan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DASHBOARD_URL • DASHBOARD_INGEST_TOKEN • SUITE_NAME • ENVIRONMENT • BUILD_VERSION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Docs: docs/dashboard-ingest.md • Speaker notes: docs/Self-Healing-Technical-Presentation-Speaker-Notes.md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Closing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dashboard API hosting (memory, cold start).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Flow-level recovery checkpoints (authenticate, cart has items).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healVerify callbacks after healed actions.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widgets: auto-healed step ratio per suite.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persistence with PR review for high-confidence locators.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728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Run live demo: npm run test:healing-showcases -- --headed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Playwright Framework • Technical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Generate: npm run deck:technical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Playwright — Technical Presentation</dc:title>
  <dc:subject>PptxGenJS Presentation</dc:subject>
  <dc:creator>Quality Engineering</dc:creator>
  <cp:lastModifiedBy>Quality Engineering</cp:lastModifiedBy>
  <cp:revision>1</cp:revision>
  <dcterms:created xsi:type="dcterms:W3CDTF">2026-05-22T08:55:04Z</dcterms:created>
  <dcterms:modified xsi:type="dcterms:W3CDTF">2026-05-22T08:55:04Z</dcterms:modified>
</cp:coreProperties>
</file>